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E5CC"/>
                </a:solidFill>
              </a:defRPr>
            </a:pPr>
            <a:r>
              <a:t>Titulo de la Presentacion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A0A0B0"/>
                </a:solidFill>
              </a:defRPr>
            </a:pPr>
            <a:r>
              <a:t>Subtitulo aqui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5486400"/>
            <a:ext cx="3047695" cy="45720"/>
          </a:xfrm>
          <a:prstGeom prst="rect">
            <a:avLst/>
          </a:prstGeom>
          <a:solidFill>
            <a:srgbClr val="00E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E5CC"/>
                </a:solidFill>
              </a:defRPr>
            </a:pPr>
            <a:r>
              <a:t>Titulo de Seccion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828800" cy="27432"/>
          </a:xfrm>
          <a:prstGeom prst="rect">
            <a:avLst/>
          </a:prstGeom>
          <a:solidFill>
            <a:srgbClr val="EE00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defRPr sz="1800">
                <a:solidFill>
                  <a:srgbClr val="FFFFFF"/>
                </a:solidFill>
              </a:defRPr>
            </a:pPr>
            <a:r>
              <a:t>Punto clave numero uno</a:t>
            </a:r>
          </a:p>
          <a:p>
            <a:pPr>
              <a:lnSpc>
                <a:spcPct val="150000"/>
              </a:lnSpc>
              <a:spcBef>
                <a:spcPts val="1200"/>
              </a:spcBef>
              <a:defRPr sz="1800">
                <a:solidFill>
                  <a:srgbClr val="FFFFFF"/>
                </a:solidFill>
              </a:defRPr>
            </a:pPr>
            <a:r>
              <a:t>Punto clave numero dos</a:t>
            </a:r>
          </a:p>
          <a:p>
            <a:pPr>
              <a:lnSpc>
                <a:spcPct val="150000"/>
              </a:lnSpc>
              <a:spcBef>
                <a:spcPts val="1200"/>
              </a:spcBef>
              <a:defRPr sz="1800">
                <a:solidFill>
                  <a:srgbClr val="FFFFFF"/>
                </a:solidFill>
              </a:defRPr>
            </a:pPr>
            <a:r>
              <a:t>Punto clave numero tres</a:t>
            </a:r>
          </a:p>
          <a:p>
            <a:pPr>
              <a:lnSpc>
                <a:spcPct val="150000"/>
              </a:lnSpc>
              <a:spcBef>
                <a:spcPts val="1200"/>
              </a:spcBef>
              <a:defRPr sz="1800">
                <a:solidFill>
                  <a:srgbClr val="FFFFFF"/>
                </a:solidFill>
              </a:defRPr>
            </a:pPr>
            <a:r>
              <a:t>Punto clave numero cuatro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E5CC"/>
                </a:solidFill>
              </a:defRPr>
            </a:pPr>
            <a:r>
              <a:t>Layout Dividido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</a:defRPr>
            </a:pPr>
            <a:r>
              <a:t>Concepto A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</a:defRPr>
            </a:pPr>
            <a:r>
              <a:t>Concepto B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</a:defRPr>
            </a:pPr>
            <a:r>
              <a:t>Concepto C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645920"/>
            <a:ext cx="5029200" cy="4572000"/>
          </a:xfrm>
          <a:prstGeom prst="rect">
            <a:avLst/>
          </a:prstGeom>
          <a:solidFill>
            <a:srgbClr val="0F0F1A"/>
          </a:solidFill>
          <a:ln w="25400">
            <a:solidFill>
              <a:srgbClr val="00E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0" y="3657600"/>
            <a:ext cx="5029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E5CC"/>
                </a:solidFill>
              </a:defRPr>
            </a:pPr>
            <a:r>
              <a:t>IMAGEN 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EE00BB"/>
                </a:solidFill>
              </a:defRPr>
            </a:pPr>
            <a:r>
              <a:t>Nueva Seccion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